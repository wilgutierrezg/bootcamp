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2897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907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318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044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337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106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017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441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694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715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0355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906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7281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9681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1222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984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AC6D8-179D-42D0-A20A-4E70F6FF6A0B}" type="datetimeFigureOut">
              <a:rPr lang="es-CL" smtClean="0"/>
              <a:t>06-03-2026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FCEE2C9-3A00-4132-9B2B-1C25C334F0B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6479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6E118-A2FE-3F66-2607-147BF5B46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857" y="329529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Análisis Estadístico de Hábitos Saludables en Jóvenes Universitarios</a:t>
            </a:r>
            <a:br>
              <a:rPr lang="es-MX" dirty="0"/>
            </a:br>
            <a:r>
              <a:rPr lang="es-MX" dirty="0"/>
              <a:t>Proyecto de Inferencia Estadística</a:t>
            </a:r>
            <a:br>
              <a:rPr lang="es-MX" dirty="0"/>
            </a:b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27497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E1C93E8-D429-93B6-7B34-3C8EE09308C1}"/>
              </a:ext>
            </a:extLst>
          </p:cNvPr>
          <p:cNvSpPr txBox="1"/>
          <p:nvPr/>
        </p:nvSpPr>
        <p:spPr>
          <a:xfrm>
            <a:off x="720456" y="2227277"/>
            <a:ext cx="80132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Los hábitos saludables son fundamentales para el bienestar físico y mental de los estudiantes universitarios. Factores como el sueño, la alimentación y la actividad física influyen directamente en el rendimiento académico y la calidad de vida.</a:t>
            </a:r>
          </a:p>
          <a:p>
            <a:r>
              <a:rPr lang="es-MX" dirty="0"/>
              <a:t>Este proyecto analiza datos simulados de estudiantes universitarios con el objetivo de identificar patrones en sus hábitos de salud.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B9C53B6-4A6B-AACF-04D7-C640CEC3C002}"/>
              </a:ext>
            </a:extLst>
          </p:cNvPr>
          <p:cNvSpPr txBox="1"/>
          <p:nvPr/>
        </p:nvSpPr>
        <p:spPr>
          <a:xfrm>
            <a:off x="914400" y="560439"/>
            <a:ext cx="6978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Problema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349481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05D0641-C8B5-203B-C661-8BC08FF5B1F5}"/>
              </a:ext>
            </a:extLst>
          </p:cNvPr>
          <p:cNvSpPr txBox="1"/>
          <p:nvPr/>
        </p:nvSpPr>
        <p:spPr>
          <a:xfrm>
            <a:off x="953728" y="2340077"/>
            <a:ext cx="78095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dirty="0"/>
              <a:t>Los hábitos saludables son fundamentales para el bienestar físico y mental de los estudiantes universitarios. Factores como el sueño, la alimentación y la actividad física influyen directamente en el rendimiento académico y la calidad de vida.</a:t>
            </a:r>
          </a:p>
          <a:p>
            <a:pPr>
              <a:buNone/>
            </a:pPr>
            <a:r>
              <a:rPr lang="es-MX" dirty="0"/>
              <a:t>Este proyecto analiza datos simulados de estudiantes universitarios con el objetivo de identificar patrones en sus hábitos de salud.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1944BF-9AA8-9000-58EE-7511366E8E8D}"/>
              </a:ext>
            </a:extLst>
          </p:cNvPr>
          <p:cNvSpPr txBox="1"/>
          <p:nvPr/>
        </p:nvSpPr>
        <p:spPr>
          <a:xfrm>
            <a:off x="1032387" y="855406"/>
            <a:ext cx="707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Problema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22386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C09410B-7070-4423-5ECA-33F3A4F4269F}"/>
              </a:ext>
            </a:extLst>
          </p:cNvPr>
          <p:cNvSpPr txBox="1"/>
          <p:nvPr/>
        </p:nvSpPr>
        <p:spPr>
          <a:xfrm>
            <a:off x="1074174" y="877217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Objetivos del estudio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A4F23C-E17E-6289-719F-0EA5B24DE8F8}"/>
              </a:ext>
            </a:extLst>
          </p:cNvPr>
          <p:cNvSpPr txBox="1"/>
          <p:nvPr/>
        </p:nvSpPr>
        <p:spPr>
          <a:xfrm>
            <a:off x="1487129" y="2460212"/>
            <a:ext cx="61009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Analizar los hábitos saludables de estudiantes universitarios mediante técnicas de análisis estadístico.</a:t>
            </a:r>
          </a:p>
          <a:p>
            <a:r>
              <a:rPr lang="es-MX" b="1" dirty="0"/>
              <a:t>Objetivos específicos</a:t>
            </a:r>
            <a:endParaRPr lang="es-MX" dirty="0"/>
          </a:p>
          <a:p>
            <a:r>
              <a:rPr lang="es-MX" dirty="0"/>
              <a:t>Explorar la distribución de las variables del </a:t>
            </a:r>
            <a:r>
              <a:rPr lang="es-MX" dirty="0" err="1"/>
              <a:t>dataset</a:t>
            </a:r>
            <a:endParaRPr lang="es-MX" dirty="0"/>
          </a:p>
          <a:p>
            <a:r>
              <a:rPr lang="es-MX" dirty="0"/>
              <a:t>Analizar patrones de sueño y actividad física</a:t>
            </a:r>
          </a:p>
          <a:p>
            <a:r>
              <a:rPr lang="es-MX" dirty="0"/>
              <a:t>Aplicar el Teorema del Límite Central</a:t>
            </a:r>
          </a:p>
          <a:p>
            <a:r>
              <a:rPr lang="es-MX" dirty="0"/>
              <a:t>Estimar intervalos de confianza</a:t>
            </a:r>
          </a:p>
          <a:p>
            <a:r>
              <a:rPr lang="es-MX" dirty="0"/>
              <a:t>Realizar una prueba de hipótesis</a:t>
            </a: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53555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49531C9-E5A7-6B62-33EA-FB49778A1B48}"/>
              </a:ext>
            </a:extLst>
          </p:cNvPr>
          <p:cNvSpPr txBox="1"/>
          <p:nvPr/>
        </p:nvSpPr>
        <p:spPr>
          <a:xfrm>
            <a:off x="1506793" y="1183372"/>
            <a:ext cx="61009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 err="1"/>
              <a:t>Dataset</a:t>
            </a:r>
            <a:r>
              <a:rPr lang="es-MX" b="1" dirty="0"/>
              <a:t> utilizado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dirty="0"/>
              <a:t>Se utilizó un </a:t>
            </a:r>
            <a:r>
              <a:rPr lang="es-MX" dirty="0" err="1"/>
              <a:t>dataset</a:t>
            </a:r>
            <a:r>
              <a:rPr lang="es-MX" dirty="0"/>
              <a:t> simulado con </a:t>
            </a:r>
            <a:r>
              <a:rPr lang="es-MX" b="1" dirty="0"/>
              <a:t>100 registros de estudiantes</a:t>
            </a:r>
            <a:r>
              <a:rPr lang="es-MX" dirty="0"/>
              <a:t>.</a:t>
            </a:r>
          </a:p>
          <a:p>
            <a:pPr>
              <a:buNone/>
            </a:pPr>
            <a:r>
              <a:rPr lang="es-MX" dirty="0"/>
              <a:t>Variables analizadas: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Horas de sueño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Número de comidas al día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Minutos de actividad física semanal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Tipo de alimentación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Nivel de actividad física</a:t>
            </a:r>
          </a:p>
          <a:p>
            <a:pPr>
              <a:buNone/>
            </a:pPr>
            <a:r>
              <a:rPr lang="es-MX" dirty="0"/>
              <a:t>Los datos fueron analizados utilizando </a:t>
            </a:r>
            <a:r>
              <a:rPr lang="es-MX" b="1" dirty="0"/>
              <a:t>Python y librerías de análisis de datos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5925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F6B5D8B-675C-1992-B568-1CE52D8DCD15}"/>
              </a:ext>
            </a:extLst>
          </p:cNvPr>
          <p:cNvSpPr txBox="1"/>
          <p:nvPr/>
        </p:nvSpPr>
        <p:spPr>
          <a:xfrm>
            <a:off x="1762432" y="1795516"/>
            <a:ext cx="61009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Análisis exploratorio de datos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dirty="0"/>
              <a:t>Se realizó un análisis exploratorio para comprender la distribución de las variables principales.</a:t>
            </a:r>
          </a:p>
          <a:p>
            <a:pPr>
              <a:buNone/>
            </a:pPr>
            <a:r>
              <a:rPr lang="es-MX" dirty="0"/>
              <a:t>Las variables más relevantes analizadas fueron: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Horas de sueño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Actividad física semanal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55C280-584D-B747-1A40-C9022D68D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897" y="3669811"/>
            <a:ext cx="3538388" cy="265379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72236CA-D05F-8A4C-6003-3EDE4E822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98" y="4103840"/>
            <a:ext cx="3009822" cy="225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59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93A21EB-3A75-1F37-0F8A-11DC6331DF6B}"/>
              </a:ext>
            </a:extLst>
          </p:cNvPr>
          <p:cNvSpPr txBox="1"/>
          <p:nvPr/>
        </p:nvSpPr>
        <p:spPr>
          <a:xfrm>
            <a:off x="1449529" y="1247506"/>
            <a:ext cx="61043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Distribución de actividad física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dirty="0"/>
              <a:t>Se analizó la distribución de la actividad física semanal para observar el nivel de ejercicio entre los estudiantes.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30BBC4A-B791-4EB1-48C7-839C47A4C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780" y="2996381"/>
            <a:ext cx="4275915" cy="320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78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9857122-41AA-DB95-222C-D735A5D17EB8}"/>
              </a:ext>
            </a:extLst>
          </p:cNvPr>
          <p:cNvSpPr txBox="1"/>
          <p:nvPr/>
        </p:nvSpPr>
        <p:spPr>
          <a:xfrm>
            <a:off x="1203723" y="890154"/>
            <a:ext cx="61043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Teorema del Límite Central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dirty="0"/>
              <a:t>El Teorema del Límite Central establece que la distribución de las medias muestrales tiende a ser normal cuando el tamaño de muestra es suficientemente grande.</a:t>
            </a:r>
          </a:p>
          <a:p>
            <a:pPr>
              <a:buNone/>
            </a:pPr>
            <a:r>
              <a:rPr lang="es-MX" dirty="0"/>
              <a:t>Se generaron </a:t>
            </a:r>
            <a:r>
              <a:rPr lang="es-MX" b="1" dirty="0"/>
              <a:t>1000 muestras aleatorias de tamaño 30</a:t>
            </a:r>
            <a:r>
              <a:rPr lang="es-MX" dirty="0"/>
              <a:t> para analizar la distribución de las medias.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A8447FD-59B8-B947-FF7E-B5A95B85A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378" y="3429001"/>
            <a:ext cx="4096125" cy="307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7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6161A19-31DD-6FB8-7996-B6871F87255F}"/>
              </a:ext>
            </a:extLst>
          </p:cNvPr>
          <p:cNvSpPr txBox="1"/>
          <p:nvPr/>
        </p:nvSpPr>
        <p:spPr>
          <a:xfrm>
            <a:off x="1193890" y="1038485"/>
            <a:ext cx="61043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Prueba de hipótesis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dirty="0"/>
              <a:t>Se realizó una prueba de hipótesis para evaluar si los estudiantes duermen al menos </a:t>
            </a:r>
            <a:r>
              <a:rPr lang="es-MX" b="1" dirty="0"/>
              <a:t>7 horas en promedio</a:t>
            </a:r>
            <a:r>
              <a:rPr lang="es-MX" dirty="0"/>
              <a:t>.</a:t>
            </a:r>
          </a:p>
          <a:p>
            <a:pPr>
              <a:buNone/>
            </a:pPr>
            <a:r>
              <a:rPr lang="es-MX" dirty="0"/>
              <a:t>Hipótesis:</a:t>
            </a:r>
          </a:p>
          <a:p>
            <a:pPr>
              <a:buNone/>
            </a:pPr>
            <a:r>
              <a:rPr lang="es-MX" dirty="0"/>
              <a:t>H0: La media de horas de sueño es </a:t>
            </a:r>
            <a:r>
              <a:rPr lang="es-MX" b="1" dirty="0"/>
              <a:t>≥ 7 horas</a:t>
            </a:r>
            <a:endParaRPr lang="es-MX" dirty="0"/>
          </a:p>
          <a:p>
            <a:pPr>
              <a:buNone/>
            </a:pPr>
            <a:r>
              <a:rPr lang="es-MX" dirty="0"/>
              <a:t>H1: La media de horas de sueño es </a:t>
            </a:r>
            <a:r>
              <a:rPr lang="es-MX" b="1" dirty="0"/>
              <a:t>&lt; 7 horas</a:t>
            </a:r>
            <a:endParaRPr lang="es-MX" dirty="0"/>
          </a:p>
          <a:p>
            <a:pPr>
              <a:buNone/>
            </a:pPr>
            <a:r>
              <a:rPr lang="es-MX" dirty="0"/>
              <a:t>Se utilizó una </a:t>
            </a:r>
            <a:r>
              <a:rPr lang="es-MX" b="1" dirty="0"/>
              <a:t>prueba t de una muestra</a:t>
            </a:r>
            <a:r>
              <a:rPr lang="es-MX" dirty="0"/>
              <a:t> para evaluar esta afirmación.</a:t>
            </a:r>
          </a:p>
        </p:txBody>
      </p:sp>
    </p:spTree>
    <p:extLst>
      <p:ext uri="{BB962C8B-B14F-4D97-AF65-F5344CB8AC3E}">
        <p14:creationId xmlns:p14="http://schemas.microsoft.com/office/powerpoint/2010/main" val="1802059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2493731-4C09-95DA-AF5E-55727B7C7517}"/>
              </a:ext>
            </a:extLst>
          </p:cNvPr>
          <p:cNvSpPr txBox="1"/>
          <p:nvPr/>
        </p:nvSpPr>
        <p:spPr>
          <a:xfrm>
            <a:off x="1496961" y="1282542"/>
            <a:ext cx="61009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Conclusiones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dirty="0"/>
              <a:t>El análisis permitió identificar patrones en los hábitos de sueño y actividad física de los estudiantes.</a:t>
            </a:r>
          </a:p>
          <a:p>
            <a:pPr>
              <a:buNone/>
            </a:pPr>
            <a:r>
              <a:rPr lang="es-MX" dirty="0"/>
              <a:t>Los métodos de inferencia estadística permitieron: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Estimar parámetros poblacionales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Analizar la variabilidad de los datos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Evaluar hipótesis basadas en evidencia estadística</a:t>
            </a:r>
          </a:p>
          <a:p>
            <a:pPr>
              <a:buNone/>
            </a:pPr>
            <a:r>
              <a:rPr lang="es-MX" dirty="0"/>
              <a:t>Este tipo de análisis puede ayudar a diseñar estrategias que promuevan hábitos saludables en la población estudiantil.</a:t>
            </a:r>
          </a:p>
        </p:txBody>
      </p:sp>
    </p:spTree>
    <p:extLst>
      <p:ext uri="{BB962C8B-B14F-4D97-AF65-F5344CB8AC3E}">
        <p14:creationId xmlns:p14="http://schemas.microsoft.com/office/powerpoint/2010/main" val="17276033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454</Words>
  <Application>Microsoft Office PowerPoint</Application>
  <PresentationFormat>Panorámica</PresentationFormat>
  <Paragraphs>59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</vt:lpstr>
      <vt:lpstr>Análisis Estadístico de Hábitos Saludables en Jóvenes Universitarios Proyecto de Inferencia Estadística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wilson</dc:creator>
  <cp:lastModifiedBy>DANIELA PAZ ARAYA MATUS</cp:lastModifiedBy>
  <cp:revision>1</cp:revision>
  <dcterms:created xsi:type="dcterms:W3CDTF">2026-03-07T02:33:14Z</dcterms:created>
  <dcterms:modified xsi:type="dcterms:W3CDTF">2026-03-07T02:42:28Z</dcterms:modified>
</cp:coreProperties>
</file>