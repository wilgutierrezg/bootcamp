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2" r:id="rId10"/>
    <p:sldId id="266" r:id="rId11"/>
    <p:sldId id="267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446-EAD1-44D2-8DD3-B225D0F4C085}" type="datetimeFigureOut">
              <a:rPr lang="es-CL" smtClean="0"/>
              <a:t>12-01-2026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1E7B37C-6F0A-4709-8B8E-BBCC698E83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9934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446-EAD1-44D2-8DD3-B225D0F4C085}" type="datetimeFigureOut">
              <a:rPr lang="es-CL" smtClean="0"/>
              <a:t>12-01-2026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7B37C-6F0A-4709-8B8E-BBCC698E83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79689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446-EAD1-44D2-8DD3-B225D0F4C085}" type="datetimeFigureOut">
              <a:rPr lang="es-CL" smtClean="0"/>
              <a:t>12-01-2026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1E7B37C-6F0A-4709-8B8E-BBCC698E83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87322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446-EAD1-44D2-8DD3-B225D0F4C085}" type="datetimeFigureOut">
              <a:rPr lang="es-CL" smtClean="0"/>
              <a:t>12-01-2026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1E7B37C-6F0A-4709-8B8E-BBCC698E83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7900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446-EAD1-44D2-8DD3-B225D0F4C085}" type="datetimeFigureOut">
              <a:rPr lang="es-CL" smtClean="0"/>
              <a:t>12-01-2026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1E7B37C-6F0A-4709-8B8E-BBCC698E83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88514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446-EAD1-44D2-8DD3-B225D0F4C085}" type="datetimeFigureOut">
              <a:rPr lang="es-CL" smtClean="0"/>
              <a:t>12-01-2026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7B37C-6F0A-4709-8B8E-BBCC698E83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10109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446-EAD1-44D2-8DD3-B225D0F4C085}" type="datetimeFigureOut">
              <a:rPr lang="es-CL" smtClean="0"/>
              <a:t>12-01-2026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7B37C-6F0A-4709-8B8E-BBCC698E83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23201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446-EAD1-44D2-8DD3-B225D0F4C085}" type="datetimeFigureOut">
              <a:rPr lang="es-CL" smtClean="0"/>
              <a:t>12-01-2026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7B37C-6F0A-4709-8B8E-BBCC698E83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4116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446-EAD1-44D2-8DD3-B225D0F4C085}" type="datetimeFigureOut">
              <a:rPr lang="es-CL" smtClean="0"/>
              <a:t>12-01-2026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1E7B37C-6F0A-4709-8B8E-BBCC698E83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47671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446-EAD1-44D2-8DD3-B225D0F4C085}" type="datetimeFigureOut">
              <a:rPr lang="es-CL" smtClean="0"/>
              <a:t>12-01-2026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1E7B37C-6F0A-4709-8B8E-BBCC698E83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35182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446-EAD1-44D2-8DD3-B225D0F4C085}" type="datetimeFigureOut">
              <a:rPr lang="es-CL" smtClean="0"/>
              <a:t>12-01-2026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1E7B37C-6F0A-4709-8B8E-BBCC698E836B}" type="slidenum">
              <a:rPr lang="es-CL" smtClean="0"/>
              <a:t>‹Nº›</a:t>
            </a:fld>
            <a:endParaRPr lang="es-CL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64718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446-EAD1-44D2-8DD3-B225D0F4C085}" type="datetimeFigureOut">
              <a:rPr lang="es-CL" smtClean="0"/>
              <a:t>12-01-2026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1E7B37C-6F0A-4709-8B8E-BBCC698E83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82285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446-EAD1-44D2-8DD3-B225D0F4C085}" type="datetimeFigureOut">
              <a:rPr lang="es-CL" smtClean="0"/>
              <a:t>12-01-2026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1E7B37C-6F0A-4709-8B8E-BBCC698E836B}" type="slidenum">
              <a:rPr lang="es-CL" smtClean="0"/>
              <a:t>‹Nº›</a:t>
            </a:fld>
            <a:endParaRPr lang="es-CL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501189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446-EAD1-44D2-8DD3-B225D0F4C085}" type="datetimeFigureOut">
              <a:rPr lang="es-CL" smtClean="0"/>
              <a:t>12-01-2026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1E7B37C-6F0A-4709-8B8E-BBCC698E83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228461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446-EAD1-44D2-8DD3-B225D0F4C085}" type="datetimeFigureOut">
              <a:rPr lang="es-CL" smtClean="0"/>
              <a:t>12-01-2026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7B37C-6F0A-4709-8B8E-BBCC698E83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81008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446-EAD1-44D2-8DD3-B225D0F4C085}" type="datetimeFigureOut">
              <a:rPr lang="es-CL" smtClean="0"/>
              <a:t>12-01-2026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7B37C-6F0A-4709-8B8E-BBCC698E83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0759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240446-EAD1-44D2-8DD3-B225D0F4C085}" type="datetimeFigureOut">
              <a:rPr lang="es-CL" smtClean="0"/>
              <a:t>12-01-2026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1E7B37C-6F0A-4709-8B8E-BBCC698E83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43379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DC384E-B5AF-787F-A9E3-D0542C3F0E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Sistema de gestión de contactos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83AA6E-841C-D837-DD61-BF47A9C7AE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/>
              <a:t>Wilson Gutiérrez</a:t>
            </a:r>
          </a:p>
        </p:txBody>
      </p:sp>
    </p:spTree>
    <p:extLst>
      <p:ext uri="{BB962C8B-B14F-4D97-AF65-F5344CB8AC3E}">
        <p14:creationId xmlns:p14="http://schemas.microsoft.com/office/powerpoint/2010/main" val="2637944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39206C-5278-21F9-6EAA-38C8111EF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Objetivo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861D53-5852-4167-EF5E-8A2CF6A2E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Crear una aplicación para administrar contactos usando Python y POO.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14990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AB38D5-27E0-99EC-5DC2-300C06274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Funcionalidades	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315EB1-8E36-3034-0A70-CEB2D9419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Agregar</a:t>
            </a:r>
          </a:p>
          <a:p>
            <a:r>
              <a:rPr lang="es-CL" dirty="0"/>
              <a:t>Editar</a:t>
            </a:r>
          </a:p>
          <a:p>
            <a:r>
              <a:rPr lang="es-CL" dirty="0"/>
              <a:t>Eliminar</a:t>
            </a:r>
          </a:p>
          <a:p>
            <a:r>
              <a:rPr lang="es-CL" dirty="0"/>
              <a:t>Buscar</a:t>
            </a:r>
          </a:p>
          <a:p>
            <a:r>
              <a:rPr lang="es-CL" dirty="0"/>
              <a:t>Mostrar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29728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548E93-B1AC-6D60-1BA1-4777FD70A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Tecnologías usadas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A66951-3071-E8E6-1524-C449DD829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Python</a:t>
            </a:r>
          </a:p>
          <a:p>
            <a:r>
              <a:rPr lang="es-CL" dirty="0"/>
              <a:t>Programación Orientada a Objetos</a:t>
            </a:r>
          </a:p>
          <a:p>
            <a:r>
              <a:rPr lang="es-CL" dirty="0"/>
              <a:t>Listas y diccionarios</a:t>
            </a:r>
          </a:p>
          <a:p>
            <a:pPr marL="0" indent="0">
              <a:buNone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77011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C2819-3F8F-CD4F-C89F-790E9FA14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Estructura del sistema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8C6AFF-6122-42E9-88C0-1A5237A80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Clase Contacto</a:t>
            </a:r>
          </a:p>
          <a:p>
            <a:r>
              <a:rPr lang="es-CL" dirty="0"/>
              <a:t>Clase Agenda Contactos</a:t>
            </a:r>
          </a:p>
        </p:txBody>
      </p:sp>
    </p:spTree>
    <p:extLst>
      <p:ext uri="{BB962C8B-B14F-4D97-AF65-F5344CB8AC3E}">
        <p14:creationId xmlns:p14="http://schemas.microsoft.com/office/powerpoint/2010/main" val="789241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46F144-9599-BDEC-D30B-B3427F386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Pruebas realizadas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F55343-27ED-8442-FE31-73A1D4A42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Agregar contacto: Se agregó un contacto con nombre, teléfono, correo y dirección.</a:t>
            </a:r>
          </a:p>
          <a:p>
            <a:r>
              <a:rPr lang="es-CL" dirty="0"/>
              <a:t>Resultado: El contacto se guardó correctamente.</a:t>
            </a:r>
          </a:p>
          <a:p>
            <a:endParaRPr lang="es-CL" dirty="0"/>
          </a:p>
          <a:p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FF2F4C7-12FB-0A45-9295-59EE113D57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278" y="3429000"/>
            <a:ext cx="5071444" cy="298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370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F712B-AD63-702A-D4DA-18248FC88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Pruebas realizadas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4A6DDF-EBB5-CBFD-7FCC-CD6E81101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Mostrar contactos: Se verificó que los contactos se muestren en pantalla.</a:t>
            </a:r>
          </a:p>
          <a:p>
            <a:endParaRPr lang="es-CL" dirty="0"/>
          </a:p>
          <a:p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D842DB7-8386-988B-E69A-49FCECDF1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815" y="2824835"/>
            <a:ext cx="2644369" cy="331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500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3957CF-7348-B5E6-1C07-FAF6E7E67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Pruebas realizadas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AE3D9C-FD8F-4D69-0E31-413FA64B6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Buscar contacto: Se buscó por nombre y por teléfono.</a:t>
            </a:r>
          </a:p>
          <a:p>
            <a:r>
              <a:rPr lang="es-CL" dirty="0"/>
              <a:t>Resultado: El sistema muestra correctamente los resultados encontrados.</a:t>
            </a:r>
          </a:p>
          <a:p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EAFA570-1F5A-EC7D-1A22-00B530F086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084" y="3429000"/>
            <a:ext cx="8199831" cy="214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868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3E3B69-5BD7-8CA5-61A2-550C40E22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Pruebas Realizadas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A96D4C-E4A1-AFC1-3F17-5E32BFAF0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Editar contacto: Se modificaron datos de un contacto existente.</a:t>
            </a:r>
          </a:p>
          <a:p>
            <a:r>
              <a:rPr lang="es-CL" dirty="0"/>
              <a:t>Resultado: Los cambios se guardaron correctamente.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0B39179-3FB0-1C85-B298-C0E31326B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868" y="3429000"/>
            <a:ext cx="3048264" cy="241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098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09F22B-8EA1-DED6-B10B-F9A8FAC5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Pruebas Realizadas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A52F9E-F0EA-012B-9A80-22D6BECBB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Eliminar contacto: Se eliminó un contacto por nombre.</a:t>
            </a:r>
          </a:p>
          <a:p>
            <a:r>
              <a:rPr lang="es-CL" dirty="0"/>
              <a:t>Resultado: El contacto fue removido de la lista.</a:t>
            </a:r>
          </a:p>
          <a:p>
            <a:endParaRPr lang="es-CL" dirty="0"/>
          </a:p>
          <a:p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5AA5364-7D0D-FBA0-7BFD-D47C6BC544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212" y="3429000"/>
            <a:ext cx="2941575" cy="184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329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859FE3-3D63-CBB0-4DB1-4E8DEC2D5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Pruebas Realizadas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B6BC2D-5919-B27F-DBDD-3498E77F3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Casos sin datos: Se probó el sistema sin contactos cargados.</a:t>
            </a:r>
          </a:p>
          <a:p>
            <a:r>
              <a:rPr lang="es-CL" dirty="0"/>
              <a:t>Resultado: El sistema no falla y muestra mensajes adecuados.</a:t>
            </a:r>
          </a:p>
          <a:p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4DFE378-CB8D-1765-BF78-A52C186036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063" y="3429000"/>
            <a:ext cx="6149873" cy="175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333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F8C679-5B46-4763-9C9E-AC13D0933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Conclusión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E00C63-222D-C2EF-A7B8-F0D21095D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Se logró un sistema funcional, ordenado y fácil de usar.</a:t>
            </a:r>
          </a:p>
          <a:p>
            <a:endParaRPr lang="es-MX" dirty="0"/>
          </a:p>
          <a:p>
            <a:r>
              <a:rPr lang="es-MX" dirty="0"/>
              <a:t>Este proyecto permitió aplicar los conceptos principales del módulo, especialmente programación orientada a objetos, estructuras de datos y organización del código. El sistema cumple con todos los requisitos planteados y es una base sólida para futuras mejoras.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812681634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</TotalTime>
  <Words>230</Words>
  <Application>Microsoft Office PowerPoint</Application>
  <PresentationFormat>Panorámica</PresentationFormat>
  <Paragraphs>39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Espiral</vt:lpstr>
      <vt:lpstr>Sistema de gestión de contactos</vt:lpstr>
      <vt:lpstr>Objetivo</vt:lpstr>
      <vt:lpstr>Funcionalidades </vt:lpstr>
      <vt:lpstr>Tecnologías usadas</vt:lpstr>
      <vt:lpstr>Estructura del sistema</vt:lpstr>
      <vt:lpstr>Pruebas realizadas</vt:lpstr>
      <vt:lpstr>Pruebas realizadas</vt:lpstr>
      <vt:lpstr>Pruebas realizadas</vt:lpstr>
      <vt:lpstr>Pruebas Realizadas</vt:lpstr>
      <vt:lpstr>Pruebas Realizadas</vt:lpstr>
      <vt:lpstr>Pruebas Realizadas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Wilson</dc:creator>
  <cp:lastModifiedBy>DANIELA PAZ ARAYA MATUS</cp:lastModifiedBy>
  <cp:revision>1</cp:revision>
  <dcterms:created xsi:type="dcterms:W3CDTF">2026-01-13T04:11:24Z</dcterms:created>
  <dcterms:modified xsi:type="dcterms:W3CDTF">2026-01-13T04:24:37Z</dcterms:modified>
</cp:coreProperties>
</file>